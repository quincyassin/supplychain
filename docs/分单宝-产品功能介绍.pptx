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微软雅黑"/>
              </a:rPr>
              <a:t>分单宝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</a:rPr>
              <a:t>产品功能介绍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BF2"/>
                </a:solidFill>
                <a:latin typeface="微软雅黑"/>
              </a:rPr>
              <a:t>多平台订单导入 · 智能分单 · 批量回单 · 对账售后一站完成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微软雅黑"/>
              </a:rPr>
              <a:t>一、产品概述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  <a:latin typeface="微软雅黑"/>
              </a:rPr>
              <a:t>• 面向电商运营、代发与分销场景的订单处理工具。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  <a:latin typeface="微软雅黑"/>
              </a:rPr>
              <a:t>• 支持淘宝、拼多多等多平台 Excel 订单统一导入。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  <a:latin typeface="微软雅黑"/>
              </a:rPr>
              <a:t>• 按商家规则自动分单，完成物流回单、对账导出与售后跟踪。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  <a:latin typeface="微软雅黑"/>
              </a:rPr>
              <a:t>• 本地 Web 应用：Mac / Windows 单机版双击即可使用。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555555"/>
                </a:solidFill>
                <a:latin typeface="微软雅黑"/>
              </a:rPr>
              <a:t>• 数据保存在本机，无需额外安装 Java 或数据库环境。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微软雅黑"/>
              </a:rPr>
              <a:t>二、核心价值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1. 多平台兼容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预配置表头映射 + 智能列识别，上传即可归类入库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2. 智能分单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按商家关键字自动分配，未识别进「未定义」可重分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3. 全流程闭环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导入 → 分单 → 回单 → 对账 → 售后一站完成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4. 经营数据可见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429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维护成本/供货价后，首页按日汇总营业额与利润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5. 售后与数据治理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74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售后台账、回收站恢复、历史归档清理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389120"/>
            <a:ext cx="5486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6F8B"/>
                </a:solidFill>
                <a:latin typeface="微软雅黑"/>
              </a:rPr>
              <a:t>6. 零门槛部署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5074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微软雅黑"/>
              </a:rPr>
              <a:t>单机版内置运行环境，数据目录可备份迁移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微软雅黑"/>
              </a:rPr>
              <a:t>三、功能全景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97480" cy="15544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首页（订单处理）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71600"/>
            <a:ext cx="2697480" cy="15544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对账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697480" cy="15544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售后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371600"/>
            <a:ext cx="2697480" cy="1554480"/>
          </a:xfrm>
          <a:prstGeom prst="round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87452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回收站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697480" cy="15544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商品价格维护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3383280"/>
            <a:ext cx="2697480" cy="15544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系统配置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2697480" cy="15544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886200"/>
            <a:ext cx="2697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使用手册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微软雅黑"/>
              </a:rPr>
              <a:t>典型业务流程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初次配置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46304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导入订单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智能分单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6304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16916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回单导出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39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38911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价格利润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3749039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38911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对账结算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8911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售后处理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749039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F6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3977639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8B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389119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微软雅黑"/>
              </a:rPr>
              <a:t>数据治理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1｜初次配置：表头映射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进入「系统配置 → 表头映射」。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配置各平台 Excel 列与系统字段对应关系。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上传订单时依赖此配置识别平台并入库。</a:t>
            </a:r>
          </a:p>
        </p:txBody>
      </p:sp>
      <p:pic>
        <p:nvPicPr>
          <p:cNvPr id="6" name="Picture 5" descr="06-表头映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2｜商家配置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维护商家名称与商品关键字。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分单时按关键字匹配商家。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识别词越完整，「未定义」订单越少。</a:t>
            </a:r>
          </a:p>
        </p:txBody>
      </p:sp>
      <p:pic>
        <p:nvPicPr>
          <p:cNvPr id="6" name="Picture 5" descr="08-商家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3｜字段映射 / 导出配置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字段映射：自定义界面字段显示名称。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导出配置：本地目录或浏览器下载。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单机版支持本机选择文件夹。</a:t>
            </a:r>
          </a:p>
        </p:txBody>
      </p:sp>
      <p:pic>
        <p:nvPicPr>
          <p:cNvPr id="6" name="Picture 5" descr="09-导出配置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4｜导入订单（首页）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点击「上传订单 Excel」。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系统按表头映射自动识别平台并入库。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无法匹配商家规则的订单进入「未定义」。</a:t>
            </a:r>
          </a:p>
        </p:txBody>
      </p:sp>
      <p:pic>
        <p:nvPicPr>
          <p:cNvPr id="6" name="Picture 5" descr="01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5｜按商家分单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确认分单日期范围后执行「按商家分单」。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已正确分单的订单不会被改动。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按商家生成 Excel，保存位置由导出配置决定。</a:t>
            </a:r>
          </a:p>
        </p:txBody>
      </p:sp>
      <p:pic>
        <p:nvPicPr>
          <p:cNvPr id="6" name="Picture 5" descr="01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6｜填写物流与回单导出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批量粘贴系统编号、快递公司、快递单号。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订单标记为「已回单」。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「回单导出」按平台导出，便于回传平台。</a:t>
            </a:r>
          </a:p>
        </p:txBody>
      </p:sp>
      <p:pic>
        <p:nvPicPr>
          <p:cNvPr id="6" name="Picture 5" descr="01-首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7｜对账导出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按商家或平台统计指定日期范围订单。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一键导出对账 Excel。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「未定义」及未分单商家不出现在列表。</a:t>
            </a:r>
          </a:p>
        </p:txBody>
      </p:sp>
      <p:pic>
        <p:nvPicPr>
          <p:cNvPr id="6" name="Picture 5" descr="02-对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8｜售后处理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首页标记售后并填写原因。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售后页支持完结、取消与导出。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默认展示近 30 天数据，可按条件筛选。</a:t>
            </a:r>
          </a:p>
        </p:txBody>
      </p:sp>
      <p:pic>
        <p:nvPicPr>
          <p:cNvPr id="6" name="Picture 5" descr="03-售后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9｜商品价格维护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维护各平台商品成本价与供货价。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支持表格改价、模板下载与批量导入。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首页据此汇总营业额、成本与利润。</a:t>
            </a:r>
          </a:p>
        </p:txBody>
      </p:sp>
      <p:pic>
        <p:nvPicPr>
          <p:cNvPr id="6" name="Picture 5" descr="05-商品价格维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10｜回收站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首页删除的订单进入回收站（软删除）。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支持批量/单条恢复或永久清除。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默认查询近 30 天数据。</a:t>
            </a:r>
          </a:p>
        </p:txBody>
      </p:sp>
      <p:pic>
        <p:nvPicPr>
          <p:cNvPr id="6" name="Picture 5" descr="04-回收站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11｜数据归档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将历史订单移入归档表，减轻首页数据量。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支持预览与恢复。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与回收站恢复是两套不同机制。</a:t>
            </a:r>
          </a:p>
        </p:txBody>
      </p:sp>
      <p:pic>
        <p:nvPicPr>
          <p:cNvPr id="6" name="Picture 5" descr="10-数据归档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12｜软件授权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单机版一机一码离线授权。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绑定机器码，通过激活码完成授权。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控制到期与正版使用。</a:t>
            </a:r>
          </a:p>
        </p:txBody>
      </p:sp>
      <p:pic>
        <p:nvPicPr>
          <p:cNvPr id="6" name="Picture 5" descr="11-软件授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13｜使用手册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软件内置按模块分节的操作说明。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覆盖首页、对账、售后、配置等场景。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可随时在界面中查阅，降低上手成本。</a:t>
            </a:r>
          </a:p>
        </p:txBody>
      </p:sp>
      <p:pic>
        <p:nvPicPr>
          <p:cNvPr id="6" name="Picture 5" descr="12-使用手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微软雅黑"/>
              </a:rPr>
              <a:t>步骤 14｜字段映射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自定义界面字段的显示名称。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使列表表头更贴合团队内部叫法。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555555"/>
                </a:solidFill>
                <a:latin typeface="微软雅黑"/>
              </a:rPr>
              <a:t>• 不影响底层数据存储。</a:t>
            </a:r>
          </a:p>
        </p:txBody>
      </p:sp>
      <p:pic>
        <p:nvPicPr>
          <p:cNvPr id="6" name="Picture 5" descr="07-字段映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23035"/>
            <a:ext cx="685800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BF2"/>
                </a:solidFill>
                <a:latin typeface="微软雅黑"/>
              </a:rPr>
              <a:t>分单宝 · 让订单处理更高效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